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6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</p:sldIdLst>
  <p:sldSz cx="14630400" cy="8229600"/>
  <p:notesSz cx="8229600" cy="14630400"/>
  <p:embeddedFontLst>
    <p:embeddedFont>
      <p:font typeface="Baguet Script" panose="00000500000000000000" pitchFamily="2" charset="0"/>
      <p:regular r:id="rId14"/>
    </p:embeddedFont>
    <p:embeddedFont>
      <p:font typeface="Cabin" panose="020B0604020202020204" charset="0"/>
      <p:regular r:id="rId15"/>
    </p:embeddedFont>
    <p:embeddedFont>
      <p:font typeface="Century Gothic" panose="020B0502020202020204" pitchFamily="34" charset="0"/>
      <p:regular r:id="rId16"/>
      <p:bold r:id="rId17"/>
      <p:italic r:id="rId18"/>
      <p:boldItalic r:id="rId19"/>
    </p:embeddedFont>
    <p:embeddedFont>
      <p:font typeface="Unbounded" panose="020B0604020202020204" charset="0"/>
      <p:regular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68" d="100"/>
          <a:sy n="68" d="100"/>
        </p:scale>
        <p:origin x="715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1117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01215" y="731521"/>
            <a:ext cx="10411466" cy="3840480"/>
          </a:xfrm>
        </p:spPr>
        <p:txBody>
          <a:bodyPr anchor="b">
            <a:normAutofit/>
          </a:bodyPr>
          <a:lstStyle>
            <a:lvl1pPr algn="ctr">
              <a:defRPr sz="576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01215" y="4663440"/>
            <a:ext cx="10411466" cy="2286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52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566975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632568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1216" y="3970297"/>
            <a:ext cx="10424160" cy="1762560"/>
          </a:xfrm>
        </p:spPr>
        <p:txBody>
          <a:bodyPr anchor="b"/>
          <a:lstStyle>
            <a:lvl1pPr algn="r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01214" y="5732857"/>
            <a:ext cx="10424161" cy="1032480"/>
          </a:xfrm>
        </p:spPr>
        <p:txBody>
          <a:bodyPr anchor="t">
            <a:normAutofit/>
          </a:bodyPr>
          <a:lstStyle>
            <a:lvl1pPr marL="0" indent="0" algn="r">
              <a:buNone/>
              <a:defRPr sz="24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86507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69694" y="3200400"/>
            <a:ext cx="5852160" cy="3749041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4734" y="3200400"/>
            <a:ext cx="5852160" cy="3749040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18349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5137" y="3190240"/>
            <a:ext cx="5506717" cy="691514"/>
          </a:xfrm>
        </p:spPr>
        <p:txBody>
          <a:bodyPr anchor="b">
            <a:noAutofit/>
          </a:bodyPr>
          <a:lstStyle>
            <a:lvl1pPr marL="0" indent="0">
              <a:buNone/>
              <a:defRPr sz="336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9694" y="3891915"/>
            <a:ext cx="5852160" cy="3057524"/>
          </a:xfrm>
        </p:spPr>
        <p:txBody>
          <a:bodyPr anchor="t"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731760" y="3200400"/>
            <a:ext cx="5525136" cy="691514"/>
          </a:xfrm>
        </p:spPr>
        <p:txBody>
          <a:bodyPr anchor="b">
            <a:noAutofit/>
          </a:bodyPr>
          <a:lstStyle>
            <a:lvl1pPr marL="0" indent="0">
              <a:buNone/>
              <a:defRPr sz="336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4735" y="3891915"/>
            <a:ext cx="5852161" cy="3057524"/>
          </a:xfrm>
        </p:spPr>
        <p:txBody>
          <a:bodyPr anchor="t"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44246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531630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37025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9694" y="1920240"/>
            <a:ext cx="4258945" cy="1645920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4575" y="731521"/>
            <a:ext cx="7132321" cy="6217920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160"/>
            </a:lvl2pPr>
            <a:lvl3pPr>
              <a:defRPr sz="1920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69694" y="3566160"/>
            <a:ext cx="4258945" cy="2194560"/>
          </a:xfrm>
        </p:spPr>
        <p:txBody>
          <a:bodyPr>
            <a:normAutofit/>
          </a:bodyPr>
          <a:lstStyle>
            <a:lvl1pPr marL="0" indent="0">
              <a:buNone/>
              <a:defRPr sz="192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089567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9694" y="1920240"/>
            <a:ext cx="6400801" cy="1645920"/>
          </a:xfrm>
        </p:spPr>
        <p:txBody>
          <a:bodyPr anchor="b">
            <a:normAutofit/>
          </a:bodyPr>
          <a:lstStyle>
            <a:lvl1pPr algn="l">
              <a:defRPr sz="336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920480" y="-21946"/>
            <a:ext cx="3931919" cy="8284464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69694" y="3566160"/>
            <a:ext cx="6400801" cy="2194560"/>
          </a:xfrm>
        </p:spPr>
        <p:txBody>
          <a:bodyPr>
            <a:normAutofit/>
          </a:bodyPr>
          <a:lstStyle>
            <a:lvl1pPr marL="0" indent="0">
              <a:buNone/>
              <a:defRPr sz="216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79054" y="7059931"/>
            <a:ext cx="1097280" cy="438150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4/22/2025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369694" y="7059931"/>
            <a:ext cx="6126480" cy="4381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2891135" y="7059931"/>
            <a:ext cx="387080" cy="438150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802935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9696" y="5679438"/>
            <a:ext cx="11887200" cy="680086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75534" y="1118535"/>
            <a:ext cx="9871133" cy="3797971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69696" y="6359524"/>
            <a:ext cx="11887200" cy="592454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9912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9695" y="731522"/>
            <a:ext cx="11887199" cy="3749039"/>
          </a:xfrm>
        </p:spPr>
        <p:txBody>
          <a:bodyPr anchor="ctr">
            <a:normAutofit/>
          </a:bodyPr>
          <a:lstStyle>
            <a:lvl1pPr algn="l">
              <a:defRPr sz="384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9693" y="5212080"/>
            <a:ext cx="11887200" cy="1737360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45807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003934" y="944189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96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5374" y="3291840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96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455" y="731522"/>
            <a:ext cx="11155678" cy="3291839"/>
          </a:xfrm>
        </p:spPr>
        <p:txBody>
          <a:bodyPr anchor="ctr">
            <a:normAutofit/>
          </a:bodyPr>
          <a:lstStyle>
            <a:lvl1pPr algn="l">
              <a:defRPr sz="384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009775" y="4023360"/>
            <a:ext cx="10607042" cy="4572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9693" y="5212080"/>
            <a:ext cx="11887200" cy="173736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4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57978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9694" y="3970297"/>
            <a:ext cx="11887200" cy="1762560"/>
          </a:xfrm>
        </p:spPr>
        <p:txBody>
          <a:bodyPr anchor="b">
            <a:normAutofit/>
          </a:bodyPr>
          <a:lstStyle>
            <a:lvl1pPr algn="l">
              <a:defRPr sz="384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9693" y="5732857"/>
            <a:ext cx="11887201" cy="103248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4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9709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003934" y="944189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96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5374" y="3291840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96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455" y="731522"/>
            <a:ext cx="11155678" cy="3291839"/>
          </a:xfrm>
        </p:spPr>
        <p:txBody>
          <a:bodyPr anchor="ctr">
            <a:normAutofit/>
          </a:bodyPr>
          <a:lstStyle>
            <a:lvl1pPr algn="l">
              <a:defRPr sz="384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9694" y="4663440"/>
            <a:ext cx="11887200" cy="10668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8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9693" y="5730240"/>
            <a:ext cx="11887200" cy="1219200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96599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69695" y="731522"/>
            <a:ext cx="11887199" cy="329183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9694" y="4206240"/>
            <a:ext cx="11887200" cy="100584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336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9693" y="5212080"/>
            <a:ext cx="11887200" cy="1737360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16147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369695" y="731520"/>
            <a:ext cx="11887198" cy="2286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78473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604278" y="731520"/>
            <a:ext cx="2652617" cy="62179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69694" y="731520"/>
            <a:ext cx="9052560" cy="621792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133891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72556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55979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60433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99108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43228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750171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37256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31169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4185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69695" y="731520"/>
            <a:ext cx="11887198" cy="2286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9695" y="3200400"/>
            <a:ext cx="11887198" cy="37490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05134" y="7059931"/>
            <a:ext cx="19202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4/22/2025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69694" y="7059931"/>
            <a:ext cx="90525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616815" y="7059931"/>
            <a:ext cx="66140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7964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  <p:sldLayoutId id="2147483701" r:id="rId15"/>
    <p:sldLayoutId id="2147483702" r:id="rId16"/>
    <p:sldLayoutId id="2147483703" r:id="rId17"/>
    <p:sldLayoutId id="2147483704" r:id="rId18"/>
    <p:sldLayoutId id="2147483705" r:id="rId19"/>
    <p:sldLayoutId id="2147483706" r:id="rId20"/>
    <p:sldLayoutId id="2147483707" r:id="rId21"/>
    <p:sldLayoutId id="2147483708" r:id="rId22"/>
    <p:sldLayoutId id="2147483709" r:id="rId23"/>
    <p:sldLayoutId id="2147483710" r:id="rId24"/>
    <p:sldLayoutId id="2147483711" r:id="rId25"/>
    <p:sldLayoutId id="2147483712" r:id="rId26"/>
  </p:sldLayoutIdLst>
  <p:hf sldNum="0" hdr="0" ftr="0" dt="0"/>
  <p:txStyles>
    <p:titleStyle>
      <a:lvl1pPr algn="l" defTabSz="548640" rtl="0" eaLnBrk="1" latinLnBrk="0" hangingPunct="1">
        <a:spcBef>
          <a:spcPct val="0"/>
        </a:spcBef>
        <a:buNone/>
        <a:defRPr sz="384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100000"/>
        <a:buFont typeface="Arial"/>
        <a:buChar char="•"/>
        <a:defRPr sz="2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100000"/>
        <a:buFont typeface="Arial"/>
        <a:buChar char="•"/>
        <a:defRPr sz="216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44018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100000"/>
        <a:buFont typeface="Arial"/>
        <a:buChar char="•"/>
        <a:defRPr sz="192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851660" indent="-20574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100000"/>
        <a:buFont typeface="Arial"/>
        <a:buChar char="•"/>
        <a:defRPr sz="168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400300" indent="-20574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100000"/>
        <a:buFont typeface="Arial"/>
        <a:buChar char="•"/>
        <a:defRPr sz="168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100000"/>
        <a:buFont typeface="Arial"/>
        <a:buChar char="•"/>
        <a:defRPr sz="144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100000"/>
        <a:buFont typeface="Arial"/>
        <a:buChar char="•"/>
        <a:defRPr sz="144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100000"/>
        <a:buFont typeface="Arial"/>
        <a:buChar char="•"/>
        <a:defRPr sz="144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tx1"/>
        </a:buClr>
        <a:buSzPct val="100000"/>
        <a:buFont typeface="Arial"/>
        <a:buChar char="•"/>
        <a:defRPr sz="144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2017633"/>
            <a:ext cx="7468553" cy="211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TIMES OF SRM -News Aggregator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4488656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This presentation covers the full-stack design of TIMES OF SRM.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37724" y="5140881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We explore backend, frontend, libraries, and security.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1340287" y="5793105"/>
            <a:ext cx="3360301" cy="4188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endParaRPr lang="en-US" sz="2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378035"/>
            <a:ext cx="9809798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Backend Overview with Flask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680341"/>
            <a:ext cx="2901434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Flask Framework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4271605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Lightweight Python framework for web development.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870013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Manages routing, API endpoints, and server logic.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7614761" y="3680341"/>
            <a:ext cx="3630930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614761" y="4271605"/>
            <a:ext cx="618553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SQLite3 is the embedded database for storing news and user data.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7614761" y="5253038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Simple, efficient, and file-based solution.</a:t>
            </a:r>
            <a:endParaRPr lang="en-US" sz="1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371362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Scraping and Parsing Libraries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324124" y="3138368"/>
            <a:ext cx="3614618" cy="2123242"/>
          </a:xfrm>
          <a:prstGeom prst="roundRect">
            <a:avLst>
              <a:gd name="adj" fmla="val 1691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6563439" y="337768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Beautiful Soup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63439" y="3873222"/>
            <a:ext cx="313598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Extracts and navigates HTML/XML content from news sites.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10178058" y="3138368"/>
            <a:ext cx="3614618" cy="2123242"/>
          </a:xfrm>
          <a:prstGeom prst="roundRect">
            <a:avLst>
              <a:gd name="adj" fmla="val 1691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0417373" y="337768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Requests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17373" y="3873222"/>
            <a:ext cx="313598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Fetches web page content with HTTP methods securely and efficiently.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6324124" y="5500926"/>
            <a:ext cx="7468553" cy="1357193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6563439" y="574024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Feedparser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63439" y="6235779"/>
            <a:ext cx="698992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Parses RSS/Atom feeds to aggregate news updates automatically.</a:t>
            </a:r>
            <a:endParaRPr lang="en-US" sz="1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677239"/>
            <a:ext cx="7590353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Frontend Technologies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97954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HTML &amp; CSS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4570809"/>
            <a:ext cx="392858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Structure and style the news content pages effectively.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5357813" y="397954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Bootstrap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57813" y="4570809"/>
            <a:ext cx="392858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Ensures responsiveness and mobile-friendly UI components.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9877901" y="3979545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Jinja Templates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7901" y="4570809"/>
            <a:ext cx="3928586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Dynamically renders backend data into HTML frontend.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404818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Security with Werkzeug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3441025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974" y="3499009"/>
            <a:ext cx="337899" cy="42243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15559" y="3441025"/>
            <a:ext cx="283678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Password Hashing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1615559" y="4288512"/>
            <a:ext cx="283678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Uses Werkzeug security for safe password storage and verification.</a:t>
            </a:r>
            <a:endParaRPr lang="en-US" sz="1850" dirty="0"/>
          </a:p>
        </p:txBody>
      </p:sp>
      <p:sp>
        <p:nvSpPr>
          <p:cNvPr id="8" name="Shape 4"/>
          <p:cNvSpPr/>
          <p:nvPr/>
        </p:nvSpPr>
        <p:spPr>
          <a:xfrm>
            <a:off x="4691658" y="3441025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908" y="3499009"/>
            <a:ext cx="337899" cy="42243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469493" y="3441025"/>
            <a:ext cx="283678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Session Management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5469493" y="4288512"/>
            <a:ext cx="283678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Secure user sessions to protect login states and credentials.</a:t>
            </a:r>
            <a:endParaRPr lang="en-US" sz="1850" dirty="0"/>
          </a:p>
        </p:txBody>
      </p:sp>
      <p:sp>
        <p:nvSpPr>
          <p:cNvPr id="12" name="Shape 7"/>
          <p:cNvSpPr/>
          <p:nvPr/>
        </p:nvSpPr>
        <p:spPr>
          <a:xfrm>
            <a:off x="837724" y="5946100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974" y="6004084"/>
            <a:ext cx="337899" cy="42243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615559" y="594610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Input Validation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615559" y="6441638"/>
            <a:ext cx="669071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Prevents injection attacks with strict input sanitation.</a:t>
            </a:r>
            <a:endParaRPr lang="en-US" sz="1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0693" y="942737"/>
            <a:ext cx="7279362" cy="656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 Flow Architecture</a:t>
            </a:r>
            <a:endParaRPr lang="en-US" sz="41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693" y="1933337"/>
            <a:ext cx="1115258" cy="133838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30517" y="2156341"/>
            <a:ext cx="2624257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Web Requests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2230517" y="2618184"/>
            <a:ext cx="6132790" cy="356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User actions sent to Flask backend.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693" y="3271718"/>
            <a:ext cx="1115258" cy="133838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30517" y="3494723"/>
            <a:ext cx="2624257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 Fetching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2230517" y="3956566"/>
            <a:ext cx="6132790" cy="356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Requests library scrapes external news sources.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693" y="4610100"/>
            <a:ext cx="1115258" cy="133838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230517" y="4833104"/>
            <a:ext cx="2624257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Parsing</a:t>
            </a:r>
            <a:endParaRPr lang="en-US" sz="2050" dirty="0"/>
          </a:p>
        </p:txBody>
      </p:sp>
      <p:sp>
        <p:nvSpPr>
          <p:cNvPr id="12" name="Text 6"/>
          <p:cNvSpPr/>
          <p:nvPr/>
        </p:nvSpPr>
        <p:spPr>
          <a:xfrm>
            <a:off x="2230517" y="5294948"/>
            <a:ext cx="6132790" cy="356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Beautiful Soup and Feedparser extract articles.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0693" y="5948482"/>
            <a:ext cx="1115258" cy="1338382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230517" y="6171486"/>
            <a:ext cx="2624257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Storage &amp; Serve</a:t>
            </a:r>
            <a:endParaRPr lang="en-US" sz="2050" dirty="0"/>
          </a:p>
        </p:txBody>
      </p:sp>
      <p:sp>
        <p:nvSpPr>
          <p:cNvPr id="15" name="Text 8"/>
          <p:cNvSpPr/>
          <p:nvPr/>
        </p:nvSpPr>
        <p:spPr>
          <a:xfrm>
            <a:off x="2230517" y="6633329"/>
            <a:ext cx="6132790" cy="356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SQLite stores data, served via Jinja templates.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195388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Key Features of TIMES OF SRM</a:t>
            </a:r>
            <a:endParaRPr lang="en-US" sz="4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724" y="3004185"/>
            <a:ext cx="598408" cy="59840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675448" y="2962394"/>
            <a:ext cx="36874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Real-time News Feeds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1675448" y="3457932"/>
            <a:ext cx="6630829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Aggregates updates continuously from multiple sources.</a:t>
            </a:r>
            <a:endParaRPr lang="en-US" sz="18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724" y="4600813"/>
            <a:ext cx="598408" cy="59840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675448" y="4559022"/>
            <a:ext cx="298465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Advanced Search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1675448" y="5054560"/>
            <a:ext cx="6630829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Users can filter news by topics and dates.</a:t>
            </a:r>
            <a:endParaRPr lang="en-US" sz="18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724" y="6197441"/>
            <a:ext cx="598408" cy="59840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675448" y="6155650"/>
            <a:ext cx="314825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Responsive Design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675448" y="6651188"/>
            <a:ext cx="6630829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Optimized for desktops, tablets, and mobile devices.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371362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Deployment and Scalability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3138368"/>
            <a:ext cx="3614618" cy="2123242"/>
          </a:xfrm>
          <a:prstGeom prst="roundRect">
            <a:avLst>
              <a:gd name="adj" fmla="val 1691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1077039" y="3377684"/>
            <a:ext cx="3135987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Lightweight Server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77039" y="4225171"/>
            <a:ext cx="31359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Flask runs efficiently on modest server resources.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4691658" y="3138368"/>
            <a:ext cx="3614618" cy="2123242"/>
          </a:xfrm>
          <a:prstGeom prst="roundRect">
            <a:avLst>
              <a:gd name="adj" fmla="val 1691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4930973" y="3377684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Scalability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30973" y="3873222"/>
            <a:ext cx="3135987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Modular code and caching allow scaling with traffic growth.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837724" y="5500926"/>
            <a:ext cx="7468553" cy="1357193"/>
          </a:xfrm>
          <a:prstGeom prst="roundRect">
            <a:avLst>
              <a:gd name="adj" fmla="val 2646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1077039" y="574024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Data Backup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77039" y="6235779"/>
            <a:ext cx="698992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SQLite backups ensure data integrity and recovery options.</a:t>
            </a:r>
            <a:endParaRPr lang="en-US" sz="1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circle with a red triangle and a red triangle&#10;&#10;AI-generated content may be incorrect.">
            <a:extLst>
              <a:ext uri="{FF2B5EF4-FFF2-40B4-BE49-F238E27FC236}">
                <a16:creationId xmlns:a16="http://schemas.microsoft.com/office/drawing/2014/main" id="{D451E149-8B58-D77D-DD95-9B148F550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9900" y="316374"/>
            <a:ext cx="4413502" cy="3964127"/>
          </a:xfrm>
          <a:prstGeom prst="rect">
            <a:avLst/>
          </a:prstGeom>
        </p:spPr>
      </p:pic>
      <p:pic>
        <p:nvPicPr>
          <p:cNvPr id="7" name="Picture 6" descr="A graph of a bar chart&#10;&#10;AI-generated content may be incorrect.">
            <a:extLst>
              <a:ext uri="{FF2B5EF4-FFF2-40B4-BE49-F238E27FC236}">
                <a16:creationId xmlns:a16="http://schemas.microsoft.com/office/drawing/2014/main" id="{79DFD042-03B5-1656-6EE1-524DB8423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4833" y="410156"/>
            <a:ext cx="5495659" cy="3430690"/>
          </a:xfrm>
          <a:prstGeom prst="rect">
            <a:avLst/>
          </a:prstGeom>
        </p:spPr>
      </p:pic>
      <p:pic>
        <p:nvPicPr>
          <p:cNvPr id="11" name="Picture 10" descr="A graph with blue lines&#10;&#10;AI-generated content may be incorrect.">
            <a:extLst>
              <a:ext uri="{FF2B5EF4-FFF2-40B4-BE49-F238E27FC236}">
                <a16:creationId xmlns:a16="http://schemas.microsoft.com/office/drawing/2014/main" id="{BF255D94-FF23-D2A9-EB60-DFEACABF33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4221" y="4811114"/>
            <a:ext cx="4749181" cy="2898911"/>
          </a:xfrm>
          <a:prstGeom prst="rect">
            <a:avLst/>
          </a:prstGeom>
        </p:spPr>
      </p:pic>
      <p:pic>
        <p:nvPicPr>
          <p:cNvPr id="17" name="Picture 16" descr="A graph of different colored bars&#10;&#10;AI-generated content may be incorrect.">
            <a:extLst>
              <a:ext uri="{FF2B5EF4-FFF2-40B4-BE49-F238E27FC236}">
                <a16:creationId xmlns:a16="http://schemas.microsoft.com/office/drawing/2014/main" id="{15C0621A-E220-D2C8-86D8-287EA528BA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0258" y="4114800"/>
            <a:ext cx="5945430" cy="3743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485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9921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4122420"/>
            <a:ext cx="776728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Summary &amp; Next Steps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837724" y="5454610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937974" y="5512594"/>
            <a:ext cx="337899" cy="42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615559" y="5454610"/>
            <a:ext cx="326874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Architecture Recap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615559" y="5950148"/>
            <a:ext cx="3380899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Flask backend, scraping libs, frontend with Bootstrap and Jinja.</a:t>
            </a:r>
            <a:endParaRPr lang="en-US" sz="1850" dirty="0"/>
          </a:p>
        </p:txBody>
      </p:sp>
      <p:sp>
        <p:nvSpPr>
          <p:cNvPr id="8" name="Shape 5"/>
          <p:cNvSpPr/>
          <p:nvPr/>
        </p:nvSpPr>
        <p:spPr>
          <a:xfrm>
            <a:off x="5235773" y="5454610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336024" y="5512594"/>
            <a:ext cx="337899" cy="42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6013609" y="545461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Security Priority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013609" y="5950148"/>
            <a:ext cx="3380899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Robust user protection via Werkzeug security mechanisms.</a:t>
            </a:r>
            <a:endParaRPr lang="en-US" sz="1850" dirty="0"/>
          </a:p>
        </p:txBody>
      </p:sp>
      <p:sp>
        <p:nvSpPr>
          <p:cNvPr id="12" name="Shape 9"/>
          <p:cNvSpPr/>
          <p:nvPr/>
        </p:nvSpPr>
        <p:spPr>
          <a:xfrm>
            <a:off x="9633823" y="5454610"/>
            <a:ext cx="538520" cy="538520"/>
          </a:xfrm>
          <a:prstGeom prst="roundRect">
            <a:avLst>
              <a:gd name="adj" fmla="val 6668"/>
            </a:avLst>
          </a:prstGeom>
          <a:solidFill>
            <a:srgbClr val="30475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9734074" y="5512594"/>
            <a:ext cx="337899" cy="4224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0411658" y="545461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Next Steps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0411658" y="5950148"/>
            <a:ext cx="3380899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Enhance AI-driven content personalization and mobile app support.</a:t>
            </a:r>
            <a:endParaRPr lang="en-US" sz="1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A06602F-2BF5-97C7-76DD-C4A3F43C73B8}"/>
              </a:ext>
            </a:extLst>
          </p:cNvPr>
          <p:cNvSpPr txBox="1"/>
          <p:nvPr/>
        </p:nvSpPr>
        <p:spPr>
          <a:xfrm>
            <a:off x="4741333" y="3375378"/>
            <a:ext cx="433804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b="1" i="1" u="sng" dirty="0">
                <a:latin typeface="Baguet Script" panose="00000500000000000000" pitchFamily="2" charset="0"/>
              </a:rPr>
              <a:t>Thank You</a:t>
            </a:r>
            <a:endParaRPr lang="en-IN" sz="7200" b="1" i="1" u="sng" dirty="0">
              <a:latin typeface="Baguet Scrip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90495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Mesh</Template>
  <TotalTime>6</TotalTime>
  <Words>351</Words>
  <Application>Microsoft Office PowerPoint</Application>
  <PresentationFormat>Custom</PresentationFormat>
  <Paragraphs>74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Baguet Script</vt:lpstr>
      <vt:lpstr>Unbounded</vt:lpstr>
      <vt:lpstr>Cabin</vt:lpstr>
      <vt:lpstr>Century Gothic</vt:lpstr>
      <vt:lpstr>Mesh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AP23110011602 | KANDI NITHIN</cp:lastModifiedBy>
  <cp:revision>3</cp:revision>
  <dcterms:created xsi:type="dcterms:W3CDTF">2025-04-22T09:13:43Z</dcterms:created>
  <dcterms:modified xsi:type="dcterms:W3CDTF">2025-04-22T09:23:55Z</dcterms:modified>
</cp:coreProperties>
</file>